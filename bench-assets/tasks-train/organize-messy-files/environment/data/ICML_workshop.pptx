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Workshop at ICML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Policy optimization, multi-agent reinforcement learning, and applications of deep RL to robotics and game playing.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