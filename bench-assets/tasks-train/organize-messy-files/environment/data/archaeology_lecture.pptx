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Classical Archaeology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Survey of archaeological methods applied to ancient Mediterranean civilizations. Covers excavation techniques, stratigraphy, pottery typology, and dating methods for Roman and Greek sites.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