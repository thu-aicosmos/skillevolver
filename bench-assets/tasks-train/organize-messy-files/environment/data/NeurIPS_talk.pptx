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 Advances at NeurIPS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Recent breakthroughs in neural network architectures, training methodology, and machine learning applications for computer vision and NLP.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