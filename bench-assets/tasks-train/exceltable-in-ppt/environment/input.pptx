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embeddings/Microsoft_Excel_Worksheet.xlsx" ContentType="application/vnd.openxmlformats-officedocument.spreadsheetml.shee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Weight Unit Conversion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13716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Updated conversion factor:</a:t>
            </a:r>
          </a:p>
          <a:p>
            <a:pPr>
              <a:defRPr sz="1800" b="1"/>
            </a:pPr>
            <a:r>
              <a:t>LB to OZ = 16.075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5943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600"/>
                <a:gridCol w="990600"/>
                <a:gridCol w="990600"/>
                <a:gridCol w="990600"/>
                <a:gridCol w="990600"/>
                <a:gridCol w="990600"/>
              </a:tblGrid>
              <a:tr h="609600">
                <a:tc>
                  <a:txBody>
                    <a:bodyPr/>
                    <a:lstStyle/>
                    <a:p>
                      <a:r>
                        <a:t>From\To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2.2046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35.274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0.1575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LB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0.453597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453.592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0.0714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OZ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0.028349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0.0625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28.3495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0.00446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0.002205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0.035274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0.000157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6.349206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14.005602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224.215247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6369.426752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